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/>
            </a:pPr>
            <a:r>
              <a:t>Masked Modeling em Deep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200"/>
            </a:pPr>
            <a:r>
              <a:t>Frederico Maciel de Mello | Luan Pedro de Souza Silva</a:t>
            </a:r>
          </a:p>
          <a:p>
            <a:pPr>
              <a:defRPr sz="2200"/>
            </a:pPr>
            <a:r>
              <a:t>Seminário, 16/10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Roteiro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O problema: aprender representações com conteúdo incompleto</a:t>
            </a:r>
          </a:p>
          <a:p>
            <a:pPr>
              <a:defRPr sz="1700"/>
            </a:pPr>
            <a:r>
              <a:t>Panorama: BERT, MAE e SimMIM</a:t>
            </a:r>
          </a:p>
          <a:p>
            <a:pPr>
              <a:defRPr sz="1700"/>
            </a:pPr>
            <a:r>
              <a:t>Arquitetura de um Masked Autoencoder</a:t>
            </a:r>
          </a:p>
          <a:p>
            <a:pPr>
              <a:defRPr sz="1700"/>
            </a:pPr>
            <a:r>
              <a:t>Nossa implementação: patches, máscara aninhada, perda</a:t>
            </a:r>
          </a:p>
          <a:p>
            <a:pPr>
              <a:defRPr sz="1700"/>
            </a:pPr>
            <a:r>
              <a:t>Protocolo e orcamento de treino</a:t>
            </a:r>
          </a:p>
          <a:p>
            <a:pPr>
              <a:defRPr sz="1700"/>
            </a:pPr>
            <a:r>
              <a:t>Experimento: máscara de 50% contra 75%</a:t>
            </a:r>
          </a:p>
          <a:p>
            <a:pPr>
              <a:defRPr sz="1700"/>
            </a:pPr>
            <a:r>
              <a:t>Resultados, críticas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O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Supervisão cara: rotular milhões de imagens é custoso</a:t>
            </a:r>
          </a:p>
          <a:p>
            <a:pPr>
              <a:defRPr sz="1700"/>
            </a:pPr>
            <a:r>
              <a:t>Auto-supervisão: a própria imagem fornece o alvo</a:t>
            </a:r>
          </a:p>
          <a:p>
            <a:pPr>
              <a:defRPr sz="1700"/>
            </a:pPr>
            <a:r>
              <a:t>BERT: prever palavras ocultas do texto</a:t>
            </a:r>
          </a:p>
          <a:p>
            <a:pPr>
              <a:defRPr sz="1700"/>
            </a:pPr>
            <a:r>
              <a:t>Ideia do vision masking: ocultar partes da imagem e reconstruir</a:t>
            </a:r>
          </a:p>
          <a:p>
            <a:pPr>
              <a:defRPr sz="1700"/>
            </a:pPr>
            <a:r>
              <a:t>A hipótese (He et al., 2022): reconstruir obrigaria o modelo a representar objetos; exigiria avaliação downstream para confirmar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Panorama: BERT, MAE e SimMIM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BERT (2018): mascarar tokens de texto e prever os ocultos</a:t>
            </a:r>
          </a:p>
          <a:p>
            <a:pPr>
              <a:defRPr sz="1700"/>
            </a:pPr>
            <a:r>
              <a:t>MAE (He et al., 2022): patches ocultos, encoder assimétrico, decoder leve</a:t>
            </a:r>
          </a:p>
          <a:p>
            <a:pPr>
              <a:defRPr sz="1700"/>
            </a:pPr>
            <a:r>
              <a:t>SimMIM (2022): mascarar pixels brutos com decoder simples</a:t>
            </a:r>
          </a:p>
          <a:p>
            <a:pPr>
              <a:defRPr sz="1700"/>
            </a:pPr>
            <a:r>
              <a:t>Diferença chave: o quanto se pode ocultar (75% funciona no MAE)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Arquitetura do MAE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Patchify: imagem 32x32x3 em 16 patches de 8x8 (192 valores cada)</a:t>
            </a:r>
          </a:p>
          <a:p>
            <a:pPr>
              <a:defRPr sz="1700"/>
            </a:pPr>
            <a:r>
              <a:t>Encoder: somente os patches visíveis entram (ViT dim 128, 4 blocos, 4 heads)</a:t>
            </a:r>
          </a:p>
          <a:p>
            <a:pPr>
              <a:defRPr sz="1700"/>
            </a:pPr>
            <a:r>
              <a:t>Decoder leve: dim 64, 2 blocos, tokens de máscara + embedding posicional</a:t>
            </a:r>
          </a:p>
          <a:p>
            <a:pPr>
              <a:defRPr sz="1700"/>
            </a:pPr>
            <a:r>
              <a:t>Saída: 192 valores por patch oculto (a imagem completa)</a:t>
            </a:r>
          </a:p>
          <a:p>
            <a:pPr>
              <a:defRPr sz="1700"/>
            </a:pPr>
            <a:r>
              <a:t>Perda: MSE somente nos patches ocultos, pixels brutos em [0,1]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Nossa implementação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MAE próprio em PyTorch puro (sem código de terceiros)</a:t>
            </a:r>
          </a:p>
          <a:p>
            <a:pPr>
              <a:defRPr sz="1700"/>
            </a:pPr>
            <a:r>
              <a:t>Máscara aninhada: permutação fixa por imagem com seed 42</a:t>
            </a:r>
          </a:p>
          <a:p>
            <a:pPr>
              <a:defRPr sz="1700"/>
            </a:pPr>
            <a:r>
              <a:t>50% oculta 8 patches; 75% oculta 12 (todos os da 50% também)</a:t>
            </a:r>
          </a:p>
          <a:p>
            <a:pPr>
              <a:defRPr sz="1700"/>
            </a:pPr>
            <a:r>
              <a:t>Validação contra o oráculo vit-pytorch em testes fora da entrega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Dados e protocolo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CIFAR-10 verificado por md5 antes de qualquer uso</a:t>
            </a:r>
          </a:p>
          <a:p>
            <a:pPr>
              <a:defRPr sz="1700"/>
            </a:pPr>
            <a:r>
              <a:t>Subset seed 42, balanceado: 500 treino, 100 validação e 100 teste por classe</a:t>
            </a:r>
          </a:p>
          <a:p>
            <a:pPr>
              <a:defRPr sz="1700"/>
            </a:pPr>
            <a:r>
              <a:t>Validação disjunta do treino; teste sai do split oficial e é usado só no fim</a:t>
            </a:r>
          </a:p>
          <a:p>
            <a:pPr>
              <a:defRPr sz="1700"/>
            </a:pPr>
            <a:r>
              <a:t>Métrica: MSE nos patches ocultos do conjunto de teste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Experimento: máscara de 50% contra 75%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Mesmo treino nas duas condições: 200 épocas, batch 256, lr 3.0e-04 (AdamW)</a:t>
            </a:r>
          </a:p>
          <a:p>
            <a:pPr>
              <a:defRPr sz="1700"/>
            </a:pPr>
            <a:r>
              <a:t>O custo computacional por época diverge: a 75% o encoder vê 4 tokens, a 50% vê 8</a:t>
            </a:r>
          </a:p>
          <a:p>
            <a:pPr>
              <a:defRPr sz="1700"/>
            </a:pPr>
            <a:r>
              <a:t>Tempo medido por época na RTX 3050 (na condição 75%): 0.58 s</a:t>
            </a:r>
          </a:p>
          <a:p>
            <a:pPr>
              <a:defRPr sz="1700"/>
            </a:pPr>
            <a:r>
              <a:t>Orçamento previsto: 30 minutos para as duas condições somadas</a:t>
            </a:r>
          </a:p>
          <a:p>
            <a:pPr>
              <a:defRPr sz="1700"/>
            </a:pPr>
            <a:r>
              <a:t>MSE de teste nos ocultos: 50% = 0.0608 | 75% = 0.0717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Resultados: reconstruções</a:t>
            </a:r>
          </a:p>
        </p:txBody>
      </p:sp>
      <p:pic>
        <p:nvPicPr>
          <p:cNvPr id="3" name="Picture 2" descr="reconstru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2547850"/>
            <a:ext cx="10972800" cy="24938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" y="63550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8 imagens fixas do teste (seed 42): original, mascarada e reconstrução por condição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Resultados: curva de perda de validação</a:t>
            </a:r>
          </a:p>
        </p:txBody>
      </p:sp>
      <p:pic>
        <p:nvPicPr>
          <p:cNvPr id="3" name="Picture 2" descr="curva_pe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791" y="1371600"/>
            <a:ext cx="775411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" y="63550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MSE de validação nos patches ocultos por época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Lendo os números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75% oculta mais e é mais difícil: MSE 0.0717 contra 0.0608 a 50% (+17.8%)</a:t>
            </a:r>
          </a:p>
          <a:p>
            <a:pPr>
              <a:defRPr sz="1700"/>
            </a:pPr>
            <a:r>
              <a:t>Épocas, batch e taxa de aprendizado foram igualados; a quantidade de computação por época diverge (4 contra 8 tokens no encoder)</a:t>
            </a:r>
          </a:p>
          <a:p>
            <a:pPr>
              <a:defRPr sz="1700"/>
            </a:pPr>
            <a:r>
              <a:t>A diferença principal entre condições vem da taxa de ocultação</a:t>
            </a:r>
          </a:p>
          <a:p>
            <a:pPr>
              <a:defRPr sz="1700"/>
            </a:pPr>
            <a:r>
              <a:t>Máscara aninhada isola o efeito da taxa (mesmos patches ocultos a 50%)</a:t>
            </a:r>
          </a:p>
          <a:p>
            <a:pPr>
              <a:defRPr sz="1700"/>
            </a:pPr>
            <a:r>
              <a:t>Semente única 42: comparação determinística, mas repetição com mais sementes é necessária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Limitações e próximos passos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Dataset pequeno e didático: qualidade absoluta é menor que a do paper</a:t>
            </a:r>
          </a:p>
          <a:p>
            <a:pPr>
              <a:defRPr sz="1700"/>
            </a:pPr>
            <a:r>
              <a:t>Linear probing e classificação downstream: fora do escopo deste trabalho</a:t>
            </a:r>
          </a:p>
          <a:p>
            <a:pPr>
              <a:defRPr sz="1700"/>
            </a:pPr>
            <a:r>
              <a:t>Próximo passo: avaliar representações com linear probing em mais sementes</a:t>
            </a:r>
          </a:p>
          <a:p>
            <a:pPr>
              <a:defRPr sz="1700"/>
            </a:pPr>
            <a:r>
              <a:t>Referência: He et al. (2022), Masked Autoencoders Are Scalable Vision Learners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